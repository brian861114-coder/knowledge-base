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37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2F55B-F5AC-4AD3-9E93-AD61A26ADDD1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003D-BA49-4BF1-8FB4-980FE89EE5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05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003D-BA49-4BF1-8FB4-980FE89EE57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428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6098B8-AF73-B48D-83EF-A731C7872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9B5A5B-A4AA-8AB7-FDC9-8BCD00AD8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4472E0-6E2E-AEDA-11B6-5BF50E38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903951-728E-41CF-5DAA-934840DB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2473CD-9A9B-CF02-B937-119D6F97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22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38E44-CEE4-32AB-669C-25240BB4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1DCBD4-51DD-A031-A1B1-CF5EBC16C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B532D0-65A8-B01A-10CD-84C8D927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5C2EA1-F131-EEF8-26CD-2765B11A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DDCBC4-BCC6-D0DC-EB5A-DD3F6E4E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78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99D219-13A0-8D84-8E88-7349295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A2ADC0-7D26-F7D6-3F13-91DA82B8A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B62954-9E31-10E3-A465-DCF694B3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C37D53-5F57-11D6-4E0F-8C1995C5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EBD465-87A5-1E5F-B234-2D711146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27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83B01-2C44-E2D5-A5AB-4AA0F45A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858A45-7603-7ED3-C5CB-BD016ED31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66B313-5548-93F4-418C-827067144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B16B16-33E6-F411-2887-89D337E9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37F1C-A263-BCE3-1D13-06E3230B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893CF3-5ECE-004B-58A1-AD563150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79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4FC7C5-4271-9636-64CB-850B2790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15E297-47F8-A1F8-CEAE-56C38440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2D7DD6-E829-82A4-360C-E696051FB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1369834-AC9C-3E45-2295-BCD2436E9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5F275E6-C88F-85C6-BFBE-389333D5C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45FC52A-D3B9-6513-FAA3-C9609823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C3BCDFA-AB24-6128-1756-3A941EEB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3DAB6C-E3C8-C51A-4D25-4A6A4AD7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5609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3C16D-1419-F1EE-D2B0-F5324622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B703FF6-1173-DAC5-3F31-E148E4DA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F53241-DF70-B151-A1B0-3C156AC8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F46FDE-7C37-071A-D572-09B0B0F4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025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6A0B75-99AA-883C-1985-E94875A7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665096-E716-1711-A880-7E9B87A0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B45654-E3D6-D592-A615-775A4862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21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DE72A-0A60-BFD7-17EC-74D3393D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1893CA-7A3D-7EB1-F891-6C9126B0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8E952B-A118-FED6-DB6C-973CA09B3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C5E5EB-D014-80D8-C178-56B2B798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56D2096-2BAF-BE50-F750-C6C0A23F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349A25-5BF5-97BD-AB5D-C66F4B6E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11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B5250-EBFD-9628-253D-5F0A0617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E930CD-B479-7EE8-2493-7DE9BC274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1F9699-0847-879A-9678-12897735F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0D8C71-E07B-E6C8-277D-E7084D6A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C35471-292F-F0C7-992F-F975D458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973F84-3F1D-84EA-DEF6-6281DB39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56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8E97A-FA43-E9F4-2331-FD65EE65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9F6B8C-927B-40D3-173B-2BD42FBD3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9E1BCF-58E7-77DA-A7AE-669D9A83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332D32-77D8-8B6A-FE62-089910E0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B51507-4C14-C98A-FE29-CF1A9721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32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E769BA5-E223-E020-9407-94FFFE1E2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3F9C14-A7CF-B54D-B22D-93E4C787F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ABD196-0D42-196D-750D-A66BA199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9A1698-1520-22EF-A00C-B75BEF1E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070C55-F493-43A3-C062-BDAE9F26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53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CE881CD-FCF7-C56C-F10F-B028CF4F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3F0182-40BE-D736-CA5B-71FBE4FD6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0B88B7-E5ED-5628-45E9-14ABD2EEB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60C5D-027D-4AE7-9BFF-75A2B0BA2A5C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FEAFAA-20F5-2C64-20E6-8581F93E9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19ACF5-AC83-3B0D-AF7F-105F804CB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DF479-B9E5-42CC-A424-389DFBF3E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90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2E939E-FAD9-14A6-FF0C-84E9973CB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3" y="284443"/>
            <a:ext cx="2631141" cy="1325563"/>
          </a:xfrm>
        </p:spPr>
        <p:txBody>
          <a:bodyPr/>
          <a:lstStyle/>
          <a:p>
            <a:r>
              <a:rPr lang="en-US" altLang="zh-TW" dirty="0"/>
              <a:t>Main Page</a:t>
            </a:r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CC42EFE-E576-DD1F-402A-F5B8A1F08876}"/>
              </a:ext>
            </a:extLst>
          </p:cNvPr>
          <p:cNvSpPr/>
          <p:nvPr/>
        </p:nvSpPr>
        <p:spPr>
          <a:xfrm>
            <a:off x="4991099" y="2171700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我的知識地圖</a:t>
            </a:r>
          </a:p>
        </p:txBody>
      </p:sp>
    </p:spTree>
    <p:extLst>
      <p:ext uri="{BB962C8B-B14F-4D97-AF65-F5344CB8AC3E}">
        <p14:creationId xmlns:p14="http://schemas.microsoft.com/office/powerpoint/2010/main" val="20781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DAF2-B104-5570-5D8A-8235BE58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A8162-C87A-8054-D7A8-9D5FC122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3" y="284443"/>
            <a:ext cx="2631141" cy="1325563"/>
          </a:xfrm>
        </p:spPr>
        <p:txBody>
          <a:bodyPr/>
          <a:lstStyle/>
          <a:p>
            <a:r>
              <a:rPr lang="en-US" altLang="zh-TW" dirty="0"/>
              <a:t>Branch_1</a:t>
            </a:r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E940D4D-F559-88FB-D795-5427C186AD99}"/>
              </a:ext>
            </a:extLst>
          </p:cNvPr>
          <p:cNvSpPr/>
          <p:nvPr/>
        </p:nvSpPr>
        <p:spPr>
          <a:xfrm>
            <a:off x="479611" y="2931459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我的知識地圖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2B9EC36-2B9C-52B4-A2B4-6B32A4737AB7}"/>
              </a:ext>
            </a:extLst>
          </p:cNvPr>
          <p:cNvSpPr/>
          <p:nvPr/>
        </p:nvSpPr>
        <p:spPr>
          <a:xfrm>
            <a:off x="3745005" y="1586753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主題一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B63AD72-6EAC-3D24-8A87-DBF1373AFE01}"/>
              </a:ext>
            </a:extLst>
          </p:cNvPr>
          <p:cNvSpPr/>
          <p:nvPr/>
        </p:nvSpPr>
        <p:spPr>
          <a:xfrm>
            <a:off x="3745005" y="3641912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主題二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6F65731-79CC-8024-8C41-823985E4202D}"/>
              </a:ext>
            </a:extLst>
          </p:cNvPr>
          <p:cNvSpPr/>
          <p:nvPr/>
        </p:nvSpPr>
        <p:spPr>
          <a:xfrm>
            <a:off x="6237194" y="1586753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主題三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E709230-AC44-516C-E8CB-78BCCC2A98B4}"/>
              </a:ext>
            </a:extLst>
          </p:cNvPr>
          <p:cNvSpPr/>
          <p:nvPr/>
        </p:nvSpPr>
        <p:spPr>
          <a:xfrm>
            <a:off x="6237194" y="3641912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主題四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3D6C874-4703-FEFB-9A05-4B04B51E5C58}"/>
              </a:ext>
            </a:extLst>
          </p:cNvPr>
          <p:cNvSpPr/>
          <p:nvPr/>
        </p:nvSpPr>
        <p:spPr>
          <a:xfrm>
            <a:off x="8630770" y="1539688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主題五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5772407D-02AF-4327-A374-CC5269AD8797}"/>
              </a:ext>
            </a:extLst>
          </p:cNvPr>
          <p:cNvSpPr/>
          <p:nvPr/>
        </p:nvSpPr>
        <p:spPr>
          <a:xfrm>
            <a:off x="8630770" y="3594847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主題六</a:t>
            </a:r>
          </a:p>
        </p:txBody>
      </p:sp>
    </p:spTree>
    <p:extLst>
      <p:ext uri="{BB962C8B-B14F-4D97-AF65-F5344CB8AC3E}">
        <p14:creationId xmlns:p14="http://schemas.microsoft.com/office/powerpoint/2010/main" val="305884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20C4-0C37-C307-A7E0-99B5135A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F7F509-2F34-B4F4-8104-AF62F3F9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3" y="284443"/>
            <a:ext cx="2631141" cy="1325563"/>
          </a:xfrm>
        </p:spPr>
        <p:txBody>
          <a:bodyPr/>
          <a:lstStyle/>
          <a:p>
            <a:r>
              <a:rPr lang="en-US" altLang="zh-TW" dirty="0"/>
              <a:t>Branch_2</a:t>
            </a:r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881783A-EFBA-94BA-146A-DCAFD2F8BA7E}"/>
              </a:ext>
            </a:extLst>
          </p:cNvPr>
          <p:cNvSpPr/>
          <p:nvPr/>
        </p:nvSpPr>
        <p:spPr>
          <a:xfrm>
            <a:off x="479611" y="2931459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主題一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AB0E1831-A1C6-7271-5052-5494BE7039B9}"/>
              </a:ext>
            </a:extLst>
          </p:cNvPr>
          <p:cNvSpPr/>
          <p:nvPr/>
        </p:nvSpPr>
        <p:spPr>
          <a:xfrm>
            <a:off x="3745005" y="1586753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小主題一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627FD-3217-A363-09EE-435B916778DC}"/>
              </a:ext>
            </a:extLst>
          </p:cNvPr>
          <p:cNvSpPr/>
          <p:nvPr/>
        </p:nvSpPr>
        <p:spPr>
          <a:xfrm>
            <a:off x="3745005" y="3641912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小主題二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7597233-FDBB-3EE3-ED7A-77CBAE60689B}"/>
              </a:ext>
            </a:extLst>
          </p:cNvPr>
          <p:cNvSpPr/>
          <p:nvPr/>
        </p:nvSpPr>
        <p:spPr>
          <a:xfrm>
            <a:off x="6237194" y="1586753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小主題三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167622E-E44F-C76D-5BC2-1D6677F0D80B}"/>
              </a:ext>
            </a:extLst>
          </p:cNvPr>
          <p:cNvSpPr/>
          <p:nvPr/>
        </p:nvSpPr>
        <p:spPr>
          <a:xfrm>
            <a:off x="6237194" y="3641912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小主題四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86F024B-7215-D675-4D40-33533BDA3218}"/>
              </a:ext>
            </a:extLst>
          </p:cNvPr>
          <p:cNvSpPr/>
          <p:nvPr/>
        </p:nvSpPr>
        <p:spPr>
          <a:xfrm>
            <a:off x="8630770" y="1539688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小主題五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D06DDBE5-6733-9FCB-263F-87E475B99CA1}"/>
              </a:ext>
            </a:extLst>
          </p:cNvPr>
          <p:cNvSpPr/>
          <p:nvPr/>
        </p:nvSpPr>
        <p:spPr>
          <a:xfrm>
            <a:off x="8630770" y="3594847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小主題六</a:t>
            </a:r>
          </a:p>
        </p:txBody>
      </p:sp>
    </p:spTree>
    <p:extLst>
      <p:ext uri="{BB962C8B-B14F-4D97-AF65-F5344CB8AC3E}">
        <p14:creationId xmlns:p14="http://schemas.microsoft.com/office/powerpoint/2010/main" val="117764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62A65-0BF3-1137-E8F0-CEFC7665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A469E0-5CC1-1E4B-65F2-C2492E81B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3" y="284443"/>
            <a:ext cx="2631141" cy="1325563"/>
          </a:xfrm>
        </p:spPr>
        <p:txBody>
          <a:bodyPr/>
          <a:lstStyle/>
          <a:p>
            <a:r>
              <a:rPr lang="en-US" altLang="zh-TW" dirty="0"/>
              <a:t>Branch_3</a:t>
            </a:r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1574D45-FCC1-FCC3-D5B1-98BE2AE8D41F}"/>
              </a:ext>
            </a:extLst>
          </p:cNvPr>
          <p:cNvSpPr/>
          <p:nvPr/>
        </p:nvSpPr>
        <p:spPr>
          <a:xfrm>
            <a:off x="479611" y="2931459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小主題一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B0B93463-D83A-417F-5398-7E3B98D27A12}"/>
              </a:ext>
            </a:extLst>
          </p:cNvPr>
          <p:cNvSpPr/>
          <p:nvPr/>
        </p:nvSpPr>
        <p:spPr>
          <a:xfrm>
            <a:off x="3745005" y="1586753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歷史緣由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C303BC1-3917-099C-1DC9-E1C5A60EE1D1}"/>
              </a:ext>
            </a:extLst>
          </p:cNvPr>
          <p:cNvSpPr/>
          <p:nvPr/>
        </p:nvSpPr>
        <p:spPr>
          <a:xfrm>
            <a:off x="3745005" y="3641912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公式推導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B872EB4-79F4-611A-1A15-76FD03B4A5A6}"/>
              </a:ext>
            </a:extLst>
          </p:cNvPr>
          <p:cNvSpPr/>
          <p:nvPr/>
        </p:nvSpPr>
        <p:spPr>
          <a:xfrm>
            <a:off x="6237194" y="1586753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生活應用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8AEE722-1CF1-3154-11C9-1D35A3453F36}"/>
              </a:ext>
            </a:extLst>
          </p:cNvPr>
          <p:cNvSpPr/>
          <p:nvPr/>
        </p:nvSpPr>
        <p:spPr>
          <a:xfrm>
            <a:off x="6237194" y="3641912"/>
            <a:ext cx="1882588" cy="184224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</a:rPr>
              <a:t>概念連結</a:t>
            </a:r>
          </a:p>
        </p:txBody>
      </p:sp>
    </p:spTree>
    <p:extLst>
      <p:ext uri="{BB962C8B-B14F-4D97-AF65-F5344CB8AC3E}">
        <p14:creationId xmlns:p14="http://schemas.microsoft.com/office/powerpoint/2010/main" val="296905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63</Words>
  <Application>Microsoft Office PowerPoint</Application>
  <PresentationFormat>寬螢幕</PresentationFormat>
  <Paragraphs>25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Main Page</vt:lpstr>
      <vt:lpstr>Branch_1</vt:lpstr>
      <vt:lpstr>Branch_2</vt:lpstr>
      <vt:lpstr>Branch_3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為哲 曾</dc:creator>
  <cp:lastModifiedBy>為哲 曾</cp:lastModifiedBy>
  <cp:revision>3</cp:revision>
  <dcterms:created xsi:type="dcterms:W3CDTF">2026-05-31T07:31:34Z</dcterms:created>
  <dcterms:modified xsi:type="dcterms:W3CDTF">2026-05-31T07:51:35Z</dcterms:modified>
</cp:coreProperties>
</file>